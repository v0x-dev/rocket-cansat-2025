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ubik Mono" charset="1" panose="02000504020000020004"/>
      <p:regular r:id="rId12"/>
    </p:embeddedFont>
    <p:embeddedFont>
      <p:font typeface="Open Sans" charset="1" panose="00000000000000000000"/>
      <p:regular r:id="rId13"/>
    </p:embeddedFont>
    <p:embeddedFont>
      <p:font typeface="Intro" charset="1" panose="02000000000000000000"/>
      <p:regular r:id="rId14"/>
    </p:embeddedFont>
    <p:embeddedFont>
      <p:font typeface="Open Sans Bold" charset="1" panose="000000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3.jpeg" Type="http://schemas.openxmlformats.org/officeDocument/2006/relationships/image"/><Relationship Id="rId8" Target="../media/image14.jpe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0313" y="3083470"/>
            <a:ext cx="14807373" cy="370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60"/>
              </a:lnSpc>
              <a:spcBef>
                <a:spcPct val="0"/>
              </a:spcBef>
            </a:pPr>
            <a:r>
              <a:rPr lang="en-US" sz="21542">
                <a:solidFill>
                  <a:srgbClr val="FFFFFF"/>
                </a:solidFill>
                <a:latin typeface="Rubik Mono"/>
                <a:ea typeface="Rubik Mono"/>
                <a:cs typeface="Rubik Mono"/>
                <a:sym typeface="Rubik Mono"/>
              </a:rPr>
              <a:t>CANSAT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78458" y="2305659"/>
            <a:ext cx="3192169" cy="4114800"/>
          </a:xfrm>
          <a:custGeom>
            <a:avLst/>
            <a:gdLst/>
            <a:ahLst/>
            <a:cxnLst/>
            <a:rect r="r" b="b" t="t" l="l"/>
            <a:pathLst>
              <a:path h="4114800" w="3192169">
                <a:moveTo>
                  <a:pt x="0" y="0"/>
                </a:moveTo>
                <a:lnTo>
                  <a:pt x="3192169" y="0"/>
                </a:lnTo>
                <a:lnTo>
                  <a:pt x="3192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605855" y="756377"/>
            <a:ext cx="6735478" cy="7213363"/>
          </a:xfrm>
          <a:custGeom>
            <a:avLst/>
            <a:gdLst/>
            <a:ahLst/>
            <a:cxnLst/>
            <a:rect r="r" b="b" t="t" l="l"/>
            <a:pathLst>
              <a:path h="7213363" w="6735478">
                <a:moveTo>
                  <a:pt x="6735477" y="0"/>
                </a:moveTo>
                <a:lnTo>
                  <a:pt x="0" y="0"/>
                </a:lnTo>
                <a:lnTo>
                  <a:pt x="0" y="7213364"/>
                </a:lnTo>
                <a:lnTo>
                  <a:pt x="6735477" y="7213364"/>
                </a:lnTo>
                <a:lnTo>
                  <a:pt x="673547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605718" y="4981767"/>
            <a:ext cx="1941969" cy="2503256"/>
          </a:xfrm>
          <a:custGeom>
            <a:avLst/>
            <a:gdLst/>
            <a:ahLst/>
            <a:cxnLst/>
            <a:rect r="r" b="b" t="t" l="l"/>
            <a:pathLst>
              <a:path h="2503256" w="1941969">
                <a:moveTo>
                  <a:pt x="1941969" y="0"/>
                </a:moveTo>
                <a:lnTo>
                  <a:pt x="0" y="0"/>
                </a:lnTo>
                <a:lnTo>
                  <a:pt x="0" y="2503255"/>
                </a:lnTo>
                <a:lnTo>
                  <a:pt x="1941969" y="2503255"/>
                </a:lnTo>
                <a:lnTo>
                  <a:pt x="194196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595079" y="7077015"/>
            <a:ext cx="300414" cy="300414"/>
          </a:xfrm>
          <a:custGeom>
            <a:avLst/>
            <a:gdLst/>
            <a:ahLst/>
            <a:cxnLst/>
            <a:rect r="r" b="b" t="t" l="l"/>
            <a:pathLst>
              <a:path h="300414" w="300414">
                <a:moveTo>
                  <a:pt x="0" y="0"/>
                </a:moveTo>
                <a:lnTo>
                  <a:pt x="300414" y="0"/>
                </a:lnTo>
                <a:lnTo>
                  <a:pt x="300414" y="300413"/>
                </a:lnTo>
                <a:lnTo>
                  <a:pt x="0" y="3004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67144" y="7077015"/>
            <a:ext cx="300414" cy="300414"/>
          </a:xfrm>
          <a:custGeom>
            <a:avLst/>
            <a:gdLst/>
            <a:ahLst/>
            <a:cxnLst/>
            <a:rect r="r" b="b" t="t" l="l"/>
            <a:pathLst>
              <a:path h="300414" w="300414">
                <a:moveTo>
                  <a:pt x="0" y="0"/>
                </a:moveTo>
                <a:lnTo>
                  <a:pt x="300413" y="0"/>
                </a:lnTo>
                <a:lnTo>
                  <a:pt x="300413" y="300413"/>
                </a:lnTo>
                <a:lnTo>
                  <a:pt x="0" y="300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43102" y="7078326"/>
            <a:ext cx="1870712" cy="26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  <a:spcBef>
                <a:spcPct val="0"/>
              </a:spcBef>
            </a:pPr>
            <a:r>
              <a:rPr lang="en-US" sz="15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7-700-500-1285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23242" y="7078326"/>
            <a:ext cx="2443901" cy="26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  <a:spcBef>
                <a:spcPct val="0"/>
              </a:spcBef>
            </a:pPr>
            <a:r>
              <a:rPr lang="en-US" sz="15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ejnstejnvova@gmail.com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0758" y="1934909"/>
            <a:ext cx="4624184" cy="6230537"/>
            <a:chOff x="0" y="0"/>
            <a:chExt cx="1217892" cy="1640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7892" cy="1640964"/>
            </a:xfrm>
            <a:custGeom>
              <a:avLst/>
              <a:gdLst/>
              <a:ahLst/>
              <a:cxnLst/>
              <a:rect r="r" b="b" t="t" l="l"/>
              <a:pathLst>
                <a:path h="1640964" w="1217892">
                  <a:moveTo>
                    <a:pt x="0" y="0"/>
                  </a:moveTo>
                  <a:lnTo>
                    <a:pt x="1217892" y="0"/>
                  </a:lnTo>
                  <a:lnTo>
                    <a:pt x="1217892" y="1640964"/>
                  </a:lnTo>
                  <a:lnTo>
                    <a:pt x="0" y="1640964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17892" cy="167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4382" y="2432665"/>
            <a:ext cx="3797188" cy="5135057"/>
          </a:xfrm>
          <a:custGeom>
            <a:avLst/>
            <a:gdLst/>
            <a:ahLst/>
            <a:cxnLst/>
            <a:rect r="r" b="b" t="t" l="l"/>
            <a:pathLst>
              <a:path h="5135057" w="3797188">
                <a:moveTo>
                  <a:pt x="0" y="0"/>
                </a:moveTo>
                <a:lnTo>
                  <a:pt x="3797188" y="0"/>
                </a:lnTo>
                <a:lnTo>
                  <a:pt x="3797188" y="5135057"/>
                </a:lnTo>
                <a:lnTo>
                  <a:pt x="0" y="5135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533191" y="2265201"/>
            <a:ext cx="4624184" cy="5464535"/>
            <a:chOff x="0" y="0"/>
            <a:chExt cx="1217892" cy="1439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7892" cy="1439219"/>
            </a:xfrm>
            <a:custGeom>
              <a:avLst/>
              <a:gdLst/>
              <a:ahLst/>
              <a:cxnLst/>
              <a:rect r="r" b="b" t="t" l="l"/>
              <a:pathLst>
                <a:path h="1439219" w="1217892">
                  <a:moveTo>
                    <a:pt x="0" y="0"/>
                  </a:moveTo>
                  <a:lnTo>
                    <a:pt x="1217892" y="0"/>
                  </a:lnTo>
                  <a:lnTo>
                    <a:pt x="1217892" y="1439219"/>
                  </a:lnTo>
                  <a:lnTo>
                    <a:pt x="0" y="1439219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17892" cy="1477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679142" y="2587494"/>
            <a:ext cx="4332283" cy="4819948"/>
          </a:xfrm>
          <a:custGeom>
            <a:avLst/>
            <a:gdLst/>
            <a:ahLst/>
            <a:cxnLst/>
            <a:rect r="r" b="b" t="t" l="l"/>
            <a:pathLst>
              <a:path h="4819948" w="4332283">
                <a:moveTo>
                  <a:pt x="0" y="0"/>
                </a:moveTo>
                <a:lnTo>
                  <a:pt x="4332283" y="0"/>
                </a:lnTo>
                <a:lnTo>
                  <a:pt x="4332283" y="4819948"/>
                </a:lnTo>
                <a:lnTo>
                  <a:pt x="0" y="481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25622" y="417745"/>
            <a:ext cx="1185803" cy="1393572"/>
          </a:xfrm>
          <a:custGeom>
            <a:avLst/>
            <a:gdLst/>
            <a:ahLst/>
            <a:cxnLst/>
            <a:rect r="r" b="b" t="t" l="l"/>
            <a:pathLst>
              <a:path h="1393572" w="1185803">
                <a:moveTo>
                  <a:pt x="0" y="0"/>
                </a:moveTo>
                <a:lnTo>
                  <a:pt x="1185803" y="0"/>
                </a:lnTo>
                <a:lnTo>
                  <a:pt x="1185803" y="1393573"/>
                </a:lnTo>
                <a:lnTo>
                  <a:pt x="0" y="1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126284" y="2141376"/>
            <a:ext cx="6035433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ЧТО ТАКОЕ CANSAT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6284" y="5031127"/>
            <a:ext cx="6035433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CanSat-ом называется бортовая электроника с измерительными приборами, размерами, не превышающими жестяную банку.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126284" y="4703013"/>
            <a:ext cx="237860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 названии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6284" y="6269377"/>
            <a:ext cx="603543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CanSat должен обеспечивать стабильную связь с землёй по радиоканалу и записывать полученные данные на внешний носитель. Устройство может обладать системой поиска по GPS, записью или передачей видео, сбору данных о параметрах воздуха и радиационном фоне.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126284" y="5943622"/>
            <a:ext cx="237860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Возможности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2507" y="2004165"/>
            <a:ext cx="6278671" cy="8282835"/>
            <a:chOff x="0" y="0"/>
            <a:chExt cx="1653642" cy="2181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3642" cy="2181488"/>
            </a:xfrm>
            <a:custGeom>
              <a:avLst/>
              <a:gdLst/>
              <a:ahLst/>
              <a:cxnLst/>
              <a:rect r="r" b="b" t="t" l="l"/>
              <a:pathLst>
                <a:path h="2181488" w="1653642">
                  <a:moveTo>
                    <a:pt x="0" y="0"/>
                  </a:moveTo>
                  <a:lnTo>
                    <a:pt x="1653642" y="0"/>
                  </a:lnTo>
                  <a:lnTo>
                    <a:pt x="1653642" y="2181488"/>
                  </a:lnTo>
                  <a:lnTo>
                    <a:pt x="0" y="2181488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53642" cy="2219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4037" y="5465140"/>
            <a:ext cx="597723" cy="5977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34037" y="7194980"/>
            <a:ext cx="597723" cy="59772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409064" y="2394383"/>
            <a:ext cx="5645555" cy="7502399"/>
          </a:xfrm>
          <a:custGeom>
            <a:avLst/>
            <a:gdLst/>
            <a:ahLst/>
            <a:cxnLst/>
            <a:rect r="r" b="b" t="t" l="l"/>
            <a:pathLst>
              <a:path h="7502399" w="5645555">
                <a:moveTo>
                  <a:pt x="0" y="0"/>
                </a:moveTo>
                <a:lnTo>
                  <a:pt x="5645556" y="0"/>
                </a:lnTo>
                <a:lnTo>
                  <a:pt x="5645556" y="7502399"/>
                </a:lnTo>
                <a:lnTo>
                  <a:pt x="0" y="7502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62550" y="2034302"/>
            <a:ext cx="6769046" cy="157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6"/>
              </a:lnSpc>
              <a:spcBef>
                <a:spcPct val="0"/>
              </a:spcBef>
            </a:pPr>
            <a:r>
              <a:rPr lang="en-US" sz="4554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Возможности моей разработки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6830" y="5744952"/>
            <a:ext cx="5237256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Моя разработка включает в себя датчики для измерения концентрацию углеводородных газов (пропан, метан, н-бутан), дыма (взвешенных частиц, являющихся результатом горения), водорода, Бамиак (NH3), окиси азота (NOx), этилового спирта, бензина, температуру и влажность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362550" y="5655460"/>
            <a:ext cx="340698" cy="19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56830" y="7385301"/>
            <a:ext cx="5237256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Моя электроника позволяет подключить к ней до 5 сервоприводов  и поддерживает 10 PWM входов для любых приёмников, также CanSat оснащён высокоточным гироскоп-акселерометром и барометром для измерения изменений ракеты в пространстве.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62550" y="7385301"/>
            <a:ext cx="340698" cy="19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62550" y="4008639"/>
            <a:ext cx="6260049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Свою разработку я решил оснастить большим количеством датчиков для измерения параметров воздуха, возможность вести видеосъёмку, передачи точных координат GPS, замерам радиационного фона по Гамма излучению и возможность кастомизации, то есть добавления различных датчиков и приборов, чтоб сделать метеорологический зонд или управляемую ракету.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56830" y="5284482"/>
            <a:ext cx="383024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Измерение параметров воздуха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56830" y="7014323"/>
            <a:ext cx="394096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Ориентирование в пространстве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143500"/>
            <a:ext cx="16230600" cy="5143500"/>
            <a:chOff x="0" y="0"/>
            <a:chExt cx="4274726" cy="1354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1354667"/>
            </a:xfrm>
            <a:custGeom>
              <a:avLst/>
              <a:gdLst/>
              <a:ahLst/>
              <a:cxnLst/>
              <a:rect r="r" b="b" t="t" l="l"/>
              <a:pathLst>
                <a:path h="13546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60000">
            <a:off x="1429619" y="1630225"/>
            <a:ext cx="15426600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Rubik Mono"/>
                <a:ea typeface="Rubik Mono"/>
                <a:cs typeface="Rubik Mono"/>
                <a:sym typeface="Rubik Mono"/>
              </a:rPr>
              <a:t>ОСОБЕННОСТИ АППАРАТА</a:t>
            </a:r>
          </a:p>
        </p:txBody>
      </p:sp>
      <p:sp>
        <p:nvSpPr>
          <p:cNvPr name="TextBox 12" id="12"/>
          <p:cNvSpPr txBox="true"/>
          <p:nvPr/>
        </p:nvSpPr>
        <p:spPr>
          <a:xfrm rot="-60000">
            <a:off x="2054987" y="3581057"/>
            <a:ext cx="3565151" cy="11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простота сборки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3644227"/>
            <a:ext cx="775143" cy="77514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5358" y="3887169"/>
            <a:ext cx="441826" cy="2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  <a:spcBef>
                <a:spcPct val="0"/>
              </a:spcBef>
            </a:pPr>
            <a:r>
              <a:rPr lang="en-US" b="true" sz="15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73427" y="3644227"/>
            <a:ext cx="775143" cy="7751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840086" y="3887169"/>
            <a:ext cx="441826" cy="2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  <a:spcBef>
                <a:spcPct val="0"/>
              </a:spcBef>
            </a:pPr>
            <a:r>
              <a:rPr lang="en-US" b="true" sz="15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18154" y="3644227"/>
            <a:ext cx="775143" cy="77514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84813" y="3887169"/>
            <a:ext cx="441826" cy="2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  <a:spcBef>
                <a:spcPct val="0"/>
              </a:spcBef>
            </a:pPr>
            <a:r>
              <a:rPr lang="en-US" b="true" sz="15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-60000">
            <a:off x="7695103" y="3434502"/>
            <a:ext cx="3565151" cy="11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Большой функционал</a:t>
            </a:r>
          </a:p>
        </p:txBody>
      </p:sp>
      <p:sp>
        <p:nvSpPr>
          <p:cNvPr name="TextBox 26" id="26"/>
          <p:cNvSpPr txBox="true"/>
          <p:nvPr/>
        </p:nvSpPr>
        <p:spPr>
          <a:xfrm rot="-60000">
            <a:off x="13339830" y="3318448"/>
            <a:ext cx="3565151" cy="11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прочность и надёжность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5358" y="5673459"/>
            <a:ext cx="4297054" cy="265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Всю электронику возможно собрать буквально за неделю и все запчасти для сборки есть в большинстве радиомагазинов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40086" y="5673459"/>
            <a:ext cx="4297054" cy="265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Возможность кастомизации (сделать управляемую ракету или собрать метеорологический зонд) и персонализации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9160" y="5673459"/>
            <a:ext cx="4297054" cy="355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 силу простоты сборки весь аппарат получился очень прочный (осебенно если использовать пластиковый корпус), если чтото и сломается, то это всегда можно очень быстро заменить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27745" y="1662450"/>
            <a:ext cx="5613621" cy="6841986"/>
            <a:chOff x="0" y="0"/>
            <a:chExt cx="1478484" cy="1802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8484" cy="1802005"/>
            </a:xfrm>
            <a:custGeom>
              <a:avLst/>
              <a:gdLst/>
              <a:ahLst/>
              <a:cxnLst/>
              <a:rect r="r" b="b" t="t" l="l"/>
              <a:pathLst>
                <a:path h="1802005" w="1478484">
                  <a:moveTo>
                    <a:pt x="0" y="0"/>
                  </a:moveTo>
                  <a:lnTo>
                    <a:pt x="1478484" y="0"/>
                  </a:lnTo>
                  <a:lnTo>
                    <a:pt x="1478484" y="1802005"/>
                  </a:lnTo>
                  <a:lnTo>
                    <a:pt x="0" y="1802005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8484" cy="1840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5716" y="2004165"/>
            <a:ext cx="3139335" cy="3139335"/>
            <a:chOff x="0" y="0"/>
            <a:chExt cx="1653642" cy="16536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3642" cy="1653642"/>
            </a:xfrm>
            <a:custGeom>
              <a:avLst/>
              <a:gdLst/>
              <a:ahLst/>
              <a:cxnLst/>
              <a:rect r="r" b="b" t="t" l="l"/>
              <a:pathLst>
                <a:path h="1653642" w="1653642">
                  <a:moveTo>
                    <a:pt x="0" y="0"/>
                  </a:moveTo>
                  <a:lnTo>
                    <a:pt x="1653642" y="0"/>
                  </a:lnTo>
                  <a:lnTo>
                    <a:pt x="1653642" y="1653642"/>
                  </a:lnTo>
                  <a:lnTo>
                    <a:pt x="0" y="1653642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53642" cy="169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63115" y="2211564"/>
            <a:ext cx="2676806" cy="2724536"/>
            <a:chOff x="0" y="0"/>
            <a:chExt cx="812800" cy="827293"/>
          </a:xfrm>
        </p:grpSpPr>
        <p:sp>
          <p:nvSpPr>
            <p:cNvPr name="Freeform 15" id="15"/>
            <p:cNvSpPr/>
            <p:nvPr/>
          </p:nvSpPr>
          <p:spPr>
            <a:xfrm flipH="false" flipV="false" rot="-126000">
              <a:off x="-14885" y="-14614"/>
              <a:ext cx="842569" cy="856521"/>
            </a:xfrm>
            <a:custGeom>
              <a:avLst/>
              <a:gdLst/>
              <a:ahLst/>
              <a:cxnLst/>
              <a:rect r="r" b="b" t="t" l="l"/>
              <a:pathLst>
                <a:path h="856521" w="842569">
                  <a:moveTo>
                    <a:pt x="30315" y="0"/>
                  </a:moveTo>
                  <a:lnTo>
                    <a:pt x="842570" y="29784"/>
                  </a:lnTo>
                  <a:lnTo>
                    <a:pt x="812255" y="856521"/>
                  </a:lnTo>
                  <a:lnTo>
                    <a:pt x="0" y="826737"/>
                  </a:lnTo>
                  <a:close/>
                </a:path>
              </a:pathLst>
            </a:custGeom>
            <a:blipFill>
              <a:blip r:embed="rId7"/>
              <a:stretch>
                <a:fillRect l="-3139" t="-75784" r="-5999" b="-1433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99851" y="2004165"/>
            <a:ext cx="3139335" cy="3139335"/>
            <a:chOff x="0" y="0"/>
            <a:chExt cx="1653642" cy="16536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3642" cy="1653642"/>
            </a:xfrm>
            <a:custGeom>
              <a:avLst/>
              <a:gdLst/>
              <a:ahLst/>
              <a:cxnLst/>
              <a:rect r="r" b="b" t="t" l="l"/>
              <a:pathLst>
                <a:path h="1653642" w="1653642">
                  <a:moveTo>
                    <a:pt x="0" y="0"/>
                  </a:moveTo>
                  <a:lnTo>
                    <a:pt x="1653642" y="0"/>
                  </a:lnTo>
                  <a:lnTo>
                    <a:pt x="1653642" y="1653642"/>
                  </a:lnTo>
                  <a:lnTo>
                    <a:pt x="0" y="1653642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53642" cy="169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07251" y="2211564"/>
            <a:ext cx="2724536" cy="27245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19638" t="0" r="-1963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443987" y="2004165"/>
            <a:ext cx="3139335" cy="3139335"/>
            <a:chOff x="0" y="0"/>
            <a:chExt cx="1653642" cy="16536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53642" cy="1653642"/>
            </a:xfrm>
            <a:custGeom>
              <a:avLst/>
              <a:gdLst/>
              <a:ahLst/>
              <a:cxnLst/>
              <a:rect r="r" b="b" t="t" l="l"/>
              <a:pathLst>
                <a:path h="1653642" w="1653642">
                  <a:moveTo>
                    <a:pt x="0" y="0"/>
                  </a:moveTo>
                  <a:lnTo>
                    <a:pt x="1653642" y="0"/>
                  </a:lnTo>
                  <a:lnTo>
                    <a:pt x="1653642" y="1653642"/>
                  </a:lnTo>
                  <a:lnTo>
                    <a:pt x="0" y="1653642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53642" cy="169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651386" y="2211564"/>
            <a:ext cx="2724536" cy="272453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-16666" r="0" b="-16666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842750" y="1904964"/>
            <a:ext cx="4783611" cy="6356958"/>
          </a:xfrm>
          <a:custGeom>
            <a:avLst/>
            <a:gdLst/>
            <a:ahLst/>
            <a:cxnLst/>
            <a:rect r="r" b="b" t="t" l="l"/>
            <a:pathLst>
              <a:path h="6356958" w="4783611">
                <a:moveTo>
                  <a:pt x="0" y="0"/>
                </a:moveTo>
                <a:lnTo>
                  <a:pt x="4783611" y="0"/>
                </a:lnTo>
                <a:lnTo>
                  <a:pt x="478361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555716" y="5306556"/>
            <a:ext cx="5768411" cy="20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6"/>
              </a:lnSpc>
              <a:spcBef>
                <a:spcPct val="0"/>
              </a:spcBef>
            </a:pPr>
            <a:r>
              <a:rPr lang="en-US" sz="5826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ЧТО НУЖНО ДЛЯ ЗАПУСКА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75108" y="7548672"/>
            <a:ext cx="726428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1-Сам CanSat   2-дублирующее устройство  3-приёмник и компьютер для вывода данных  4-ракета или квадрокоптер для вывода электроники вверх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30220" y="437620"/>
            <a:ext cx="229661" cy="229661"/>
          </a:xfrm>
          <a:custGeom>
            <a:avLst/>
            <a:gdLst/>
            <a:ahLst/>
            <a:cxnLst/>
            <a:rect r="r" b="b" t="t" l="l"/>
            <a:pathLst>
              <a:path h="229661" w="229661">
                <a:moveTo>
                  <a:pt x="0" y="0"/>
                </a:moveTo>
                <a:lnTo>
                  <a:pt x="229660" y="0"/>
                </a:lnTo>
                <a:lnTo>
                  <a:pt x="229660" y="229660"/>
                </a:lnTo>
                <a:lnTo>
                  <a:pt x="0" y="22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57" y="417745"/>
            <a:ext cx="408737" cy="240010"/>
          </a:xfrm>
          <a:custGeom>
            <a:avLst/>
            <a:gdLst/>
            <a:ahLst/>
            <a:cxnLst/>
            <a:rect r="r" b="b" t="t" l="l"/>
            <a:pathLst>
              <a:path h="240010" w="408737">
                <a:moveTo>
                  <a:pt x="0" y="0"/>
                </a:moveTo>
                <a:lnTo>
                  <a:pt x="408737" y="0"/>
                </a:lnTo>
                <a:lnTo>
                  <a:pt x="408737" y="240010"/>
                </a:lnTo>
                <a:lnTo>
                  <a:pt x="0" y="240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40375" y="8165445"/>
            <a:ext cx="47625" cy="1092855"/>
            <a:chOff x="0" y="0"/>
            <a:chExt cx="12543" cy="287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87830"/>
            </a:xfrm>
            <a:custGeom>
              <a:avLst/>
              <a:gdLst/>
              <a:ahLst/>
              <a:cxnLst/>
              <a:rect r="r" b="b" t="t" l="l"/>
              <a:pathLst>
                <a:path h="287830" w="12543">
                  <a:moveTo>
                    <a:pt x="0" y="0"/>
                  </a:moveTo>
                  <a:lnTo>
                    <a:pt x="12543" y="0"/>
                  </a:lnTo>
                  <a:lnTo>
                    <a:pt x="12543" y="287830"/>
                  </a:lnTo>
                  <a:lnTo>
                    <a:pt x="0" y="2878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32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56520" y="2762655"/>
            <a:ext cx="15374961" cy="451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5"/>
              </a:lnSpc>
            </a:pPr>
            <a:r>
              <a:rPr lang="en-US" sz="12932">
                <a:solidFill>
                  <a:srgbClr val="FFFFFF"/>
                </a:solidFill>
                <a:latin typeface="Rubik Mono"/>
                <a:ea typeface="Rubik Mono"/>
                <a:cs typeface="Rubik Mono"/>
                <a:sym typeface="Rubik Mono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DAGR0nhMZa8</dc:identifier>
  <dcterms:modified xsi:type="dcterms:W3CDTF">2011-08-01T06:04:30Z</dcterms:modified>
  <cp:revision>1</cp:revision>
  <dc:title>Cansat</dc:title>
</cp:coreProperties>
</file>